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486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MSc ADVANCED COMPUTING · INDIVIDUAL PROJECT · STATUS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Agentic AI for Open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Data Maturity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0"/>
                </a:solidFill>
                <a:latin typeface="Calibri"/>
              </a:rPr>
              <a:t>Status snapshot and next steps for supervisor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Benjy Bream  ·  King's College London  ·  25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CAPABILITY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0345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PAIRS FINALISED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148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268 Researcher · 265 Verifier · 29 Adjudicator.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5748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5748" y="1143000"/>
            <a:ext cx="20345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6916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GROUND-TRUTH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916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5,148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6916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ODMI answers loaded (36 countries × 143 questions).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4296" y="1143000"/>
            <a:ext cx="2034540" cy="54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ACCURACY VS ODMI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66%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97 / 148 match against ODMI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52844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52844" y="1143000"/>
            <a:ext cx="20345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4012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TOTAL LLM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£16.28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012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Via CLIProxyAPI on Claude Max.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Three-agent swarm, end-to-end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Researcher proposes, Verifier tries to disprove, Adjudicator steps in when retries are exhausted. Average runtime ~112s.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697480"/>
            <a:ext cx="73152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Live dashboard with ODMI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Streamlit app over SQLite. Every LLM call logs tokens, latency, cost, prompt version. Each finalised swarm pair is compared to ODMI's recorded answer automatically (5,148 ground-truth rows loaded).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COORDINATOR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swarm answers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46888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Tavily search → fetch URL → reason → return {answer, source_url, evidence_quote, confidence}.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Substring-checks the Researcher's quote, runs an independent search, and reasons adversarially (default strategy: find a way to disprove the claim). Returns pass / fail with counter-evidence.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ADJUDICATOR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Fires only on retry exhaustion. Reads the full history. Picks a winner or escalates to a human queue.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85216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Calibri"/>
              </a:rPr>
              <a:t>TERMINATION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Researcher retries up to 3× on Verifier rejection. After that, Adjudicator decides. Confidence below 0.6 escalates to a human queue.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Calibri"/>
              </a:rPr>
              <a:t>DATA-LEAKAGE GUARDRAIL (D24)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ODMI publications (data.europa.eu and mirrors) banned at five layers: search, fetch, validator, prompts, audit. An audit script catches anything that slips 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DATA-LEAKAGE CONTROLS · D24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ODMI publications are banned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The swarm is validated against ODMI's published merged_responses. Any URL that hosts, mirrors, or summarises ODMI's own answers leaks the signal we are predicting, so it must never reach the agents. Five layers enforce this: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514246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Tavily exclude_domains · Brave −site: · post-filter drops any blocked URL before it reaches an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6038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6038" y="1691640"/>
            <a:ext cx="1514246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8918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198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fetch_text and head_ok refuse blocked URLs with failure_mode="blocked_data_leakage". No network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4876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4876" y="1691640"/>
            <a:ext cx="1514246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756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036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trust_score forced to 0.0 for blocked URLs. data.europa.eu removed from the trusted domain seed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3714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93714" y="1691640"/>
            <a:ext cx="1514246" cy="3200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6594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4. 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874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Researcher V2, all four Verifier V2 strategies, and Adjudicator V2 carry an explicit forbidden_odmi_source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2552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2552" y="1691640"/>
            <a:ext cx="1514246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5432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 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9712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scripts/check_data_leakage.py scans every URL column in the swarm tables. Exits non-zero on any hit. --purge deletes tainted pair_runs.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Each layer fails in a different way. The audit catches whatever the four runtime layers miss; 30 historical violations were purged when D24 landed.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FINALISED PAIRS · SUCCESS VS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Results so far, per country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463040"/>
            <a:ext cx="0" cy="160020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3063240"/>
            <a:ext cx="70866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718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599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80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362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43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1253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00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8882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7697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651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5326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414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295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8177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8058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940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7821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7702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584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7465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73473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7228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71102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69917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6873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67546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6636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6517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26399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6280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6162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26043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5924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5806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5687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55693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25450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53322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52137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250952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49766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4858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473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4621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4502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24384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24265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24146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24028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23909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37913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23672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235542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234357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3317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231986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23080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22961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2843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2724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22606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22487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22368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22250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22131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220133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21894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217762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216577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215392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214206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21302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21183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21065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20946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20828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20709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20590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204724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20353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202353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2011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199982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198797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19761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196426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19524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19405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" y="19287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19168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800" y="19050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" y="18931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" y="18812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18694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18575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" y="184573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18338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182202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181017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7983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178646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17746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17627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17509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17390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17272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5800" y="17153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" y="17034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16916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16797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5800" y="166793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" y="16560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5800" y="164422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" y="163237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5800" y="16205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85800" y="160866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" y="15968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5800" y="1584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5800" y="15731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5800" y="15612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5800" y="15494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5800" y="15375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5800" y="15256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5800" y="15138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85800" y="15019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85800" y="149013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5800" y="14782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5800" y="146642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" y="145457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14427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85800" y="143086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85800" y="14190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5800" y="14071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85800" y="13953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85800" y="13834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85800" y="13716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584769" y="3027680"/>
            <a:ext cx="968121" cy="355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1900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DE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1900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344989" y="2517987"/>
            <a:ext cx="968121" cy="545253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344989" y="1463041"/>
            <a:ext cx="968121" cy="1054946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97922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FR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97922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89 / 135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105209" y="3027680"/>
            <a:ext cx="968121" cy="355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73944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NL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3944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865429" y="3039534"/>
            <a:ext cx="968121" cy="23706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49966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RO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49966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2 / 2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48640" y="382219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4672" y="37947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Matches ODMI 2025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840480" y="3822192"/>
            <a:ext cx="164592" cy="1645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096512" y="37947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Differs from ODMI 2025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57200" y="4233672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0080" y="4270248"/>
            <a:ext cx="7955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Comparison is to ODMI's 2025 merged_responses. The current sample is small and Policy-dimension heavy. ODMI's assessments are one cycle old, so where the swarm differs that does not automatically mean the swarm is wrong: the country may have changed since the assessment. Each disagreement is worth a human glance.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WHAT I'LL DEMO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Best bits of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Run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Multiselect questions × countries, pick the Verifier strategy and the model triple, dispatch a batch. Cost is estimated before the run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73152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Results · Cards view with ODMI side-by-side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One card per finalised pair: question, swarm answer with evidence quote, clickable source URL, plus ODMI's recorded answer and explanation. Match / differ badge at a glance.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3152" cy="1691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Accuracy chart vs ODMI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Per-country stacked bar of pairs that match ODMI 2025 versus those that differ. Headline accuracy KPI is read straight off the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063240"/>
            <a:ext cx="73152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9184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Cost tracking and rolling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Costs page shows the 5-hour rolling spend, per-model breakdown, and per-strategy averages. Rate-limit hits and soft-limit progress on every page's sidebar.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SWARM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Run Console — live view while the swarm runs</a:t>
            </a:r>
          </a:p>
        </p:txBody>
      </p:sp>
      <p:pic>
        <p:nvPicPr>
          <p:cNvPr id="5" name="Picture 4" descr="swarm_in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SHORT TERM AND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160520" cy="411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 TWO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harder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the swarm beyond Policy on the easy four countries: Portal, Quality, and Impact dimensions. Track where accuracy starts to 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Add the lower-resource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Bring Hungary and Estonia into the regular sweep. Country-language fetch is the biggest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Verifier strategy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Four strategies on the same Researcher rows. Hallucination catch rate, false rejection rate, tokens per Verifier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1234440"/>
            <a:ext cx="41605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JUNE AND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all six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all 143 questions across FR, DE, NL, RO, HU and EE — the full Phase B matrix.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Model cost-effectiveness experiments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Compare Haiku, Sonnet and Opus on accuracy and cost across the matrix. Build the cost-accuracy surface and identify the optimal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July — dissertation write-up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Analyse results, write methodology and findings chapters. Submission deadline: 2 August 2026.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