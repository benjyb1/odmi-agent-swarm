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PhD SEMINAR ·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Method, experiments, and the open questions I want your view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04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SYSTEM AND HONEST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 adversarial swarm, scored against ODMI's own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Searches, fetches, reasons. Returns answer + source URL + quoted passage + confidence.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18872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3444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459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Independent search, prompted to disprove.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4688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Fires on retry exhaustion. Reads the full history, commits above the 0.65 floor or abstains.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171907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171907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82296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73152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2926080"/>
            <a:ext cx="7607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What is actually run, and what is 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246120"/>
            <a:ext cx="760780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Plain Python state machine, Claude via CLIProxyAPI. Every call logs model + prompt version + raw response + cost, so an examiner replays it from logs alone. Run and adjudicated: EXP-1 (DIY vs Tavily), the Malta base-rate baseline (60/60), and the independent catalogue recompute. Everything else is pre-registered and built, gated on search and Claude quota. 222 pairs finalised, 5,148 ODMI ground-truth rows loaded.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IMPARTIALITY DESIGNED IN, NOT ASSERTED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Keeping the evaluation honest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069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73152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Pre-registered before the data (R1)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00200"/>
            <a:ext cx="344728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Each design is fixed in a dated git commit whose timestamp predates its result file. The run decides the answer, nothing else. No reverse-fitting.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143000"/>
            <a:ext cx="4069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143000"/>
            <a:ext cx="73152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1280160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Blind, swapped, cross-checked judge (R5/R6)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600200"/>
            <a:ext cx="344728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Evidence blinded and reduced to the bare domain, each pair judged twice with arms swapped at temperature 0. A second model family re-rates a seeded subsample.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069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880360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Deny-list, equal and pre-fetch (R10 / D24)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200400"/>
            <a:ext cx="344728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ODMI publishes its own answers on data.europa.eu. That domain is blocked for every arm before retrieval, so no arm competes for a different set of usable 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743200"/>
            <a:ext cx="4069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2743200"/>
            <a:ext cx="73152" cy="1463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2880360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The base-rate rule (R4) — the France lesson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3200400"/>
            <a:ext cx="344728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France binary gold is 119 yes to 1 no, so 99% accuracy measures nothing. Balance-aware metrics, and Malta promoted to primary; France barred as a primary 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FINDINGS AND APPARATUS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Experiments: two real results, the rest queued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73152" cy="178308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0160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EXP-1 · DIY search beats Tavily (run)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00200"/>
            <a:ext cx="34472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90 French pairs, blind position-swapped Opus judge. DIY wins 89% of the 55 decided pairs (Wilson [78, 95], p &lt; 1e-4); 93% under strict exclusion. Cross-family Mistral re-judge: Krippendorff alpha 0.648, which rebuts the same-family self-preference worry.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143000"/>
            <a:ext cx="4069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143000"/>
            <a:ext cx="73152" cy="1783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1280160"/>
            <a:ext cx="34472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Catalogue recompute · self-report ceiling (run)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600200"/>
            <a:ext cx="344728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A deterministic DCAT-AP / SHACL tool recomputes the Quality questions independently of the deny-listed MQA. France self-reported &gt;90% licence coverage; the independent recompute reads ~38%. The self-report ceiling, made measurable.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82296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73152" cy="118872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291840"/>
            <a:ext cx="76078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Pre-registered, built, gated on quota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611880"/>
            <a:ext cx="76078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Malta baseline finalised 60/60. EXP-6 verifier-strategy discrimination · EXP-7 retry chaining (flag-gated, default off) · EXP-8/9 cost and model-variant surface · EXP-10 Malta failure audit with a free confidence-floor sweep. Code and pre-registration done; runs pending search and Claude headroom.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BROKE, 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Failure modes — fixed and still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069080" cy="32461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06908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WAF 403 on data.gov.mt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0195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Cloudflare blocked head checks and killed valid answers. A Playwright render now retries on 403 / 429 / 503.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1907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984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Resume stranded 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587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The resume path reused failed Researcher rows, leaving 11 pairs stuck at 'researching'. Fixed in the coordinator.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29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1376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Silent auth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6979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 empty auth token made every call fail as a misleading connection error. Fixed in the LLM client.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8691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1143000"/>
            <a:ext cx="4069080" cy="32461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143000"/>
            <a:ext cx="4069080" cy="4114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2344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STILL 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64592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Retrieval ceiling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90195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Self-report and deny-listed Quality questions are not answerable from the open web. The residual bottleneck.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719072"/>
            <a:ext cx="164592" cy="16459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52984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Recall asymmetry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78587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Yes-gold recall 0.60 against no-gold 0.87: the swarm confirms a 'no' more readily than a 'yes' on sparse evidence.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602992"/>
            <a:ext cx="164592" cy="16459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41376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Thin-web countries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66979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Low-resource languages and sparse results untested at scale; language and difficulty are still confounded.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3486912"/>
            <a:ext cx="164592" cy="164592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NEXT STEPS AND 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I want your opinion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069080" cy="32461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06908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Freeze a held-out test stratum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0195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Tune on a subset, report final accuracy on unseen countries against the contemporaneous web.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190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984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Run the pre-registered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587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EXP-6 / 7 / 8 / 9 / 10 once quota resets; build the accuracy-cost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299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1376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Six-country sweep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69792"/>
            <a:ext cx="3429000" cy="591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Wealth x maturity matrix across all 143 questions, base-rate checked per cell.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869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1143000"/>
            <a:ext cx="4069080" cy="32461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143000"/>
            <a:ext cx="40690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23444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QUESTIONS FOR THE 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64592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What is the test set?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901952"/>
            <a:ext cx="3429000" cy="3703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Validation is 2025 ODMI. Held-out countries, 2024 (stale 2026 web), or matched leave-one-out pairs?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719072"/>
            <a:ext cx="16459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30886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How to control for language?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564892"/>
            <a:ext cx="3429000" cy="3703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Malta + Netherlands, France with injected inversions, or matched country pairs differing only in language?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382012"/>
            <a:ext cx="16459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29718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Is the 6-country matrix fair?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227832"/>
            <a:ext cx="3429000" cy="3703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Or does wealth x maturity leave language and base rate confounded?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3044952"/>
            <a:ext cx="16459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363474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Blindspots and missing experiments?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890772"/>
            <a:ext cx="3429000" cy="3703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Verifier ablation, confidence calibration, a human-anchored judge — what else am I not seeing?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3707892"/>
            <a:ext cx="16459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