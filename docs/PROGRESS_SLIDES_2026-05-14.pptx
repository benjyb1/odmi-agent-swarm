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14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PAIRS FINALISED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157 Researcher · 155 Verifier · 16 Adjudicator.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5748" y="114300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6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GROUND-TRUTH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6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5,148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6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answers loaded (36 countries × 143 questions).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54296" y="114300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ACCURACY VS ODMI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5464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77%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65 / 84 match against ODMI 2025.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844" y="114300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4012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4012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£8.11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4012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steps in when retries are exhausted. Average runtime ~102s.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2697480"/>
            <a:ext cx="73152" cy="1417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ODMI ground truth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Streamlit app over SQLite. Every LLM call logs tokens, latency, cost, prompt version. Each finalised swarm pair is compared to ODMI's recorded answer automatically (5,148 ground-truth rows loaded).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Same source URL. Adversarial prompt (default: find disproof). Returns pass / fail with counter-evidence if any.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Researcher retries up to 3× on Verifier rejection. After that, Adjudicator decides. Confidence below 0.6 escalates to a human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340156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53030"/>
                </a:solidFill>
                <a:latin typeface="Calibri"/>
              </a:rPr>
              <a:t>DATA-LEAKAGE GUARDRAIL (D24)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67588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ODMI publications (data.europa.eu and mirrors) banned at five layers: search, fetch, validator, prompts, audit. An audit script catches anything that slips through.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463040"/>
            <a:ext cx="0" cy="160020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06324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718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5046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29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077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8645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651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4378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2244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01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7797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584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73710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71576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694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67309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6517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63042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60908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258775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5664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5450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523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50240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2481073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245973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4384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41706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3957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23743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235305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23317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231038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228904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22677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2463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2250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220370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218236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21610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213969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2118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209702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207568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205435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20330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2011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19903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196900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19476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192633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19050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188366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18623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18409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181965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17983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177698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175564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17343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1712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16916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167030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164896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16276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160629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15849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156362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154228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152095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" y="14996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" y="14782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14569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143560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14142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139293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13716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584769" y="2999232"/>
            <a:ext cx="968121" cy="64008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1900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1900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44989" y="2679192"/>
            <a:ext cx="968121" cy="384048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344989" y="1463040"/>
            <a:ext cx="968121" cy="121615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97922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7922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57 / 75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105209" y="2999232"/>
            <a:ext cx="968121" cy="64008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73944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3944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865429" y="3020568"/>
            <a:ext cx="968121" cy="4267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49966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9966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8640" y="38221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04672" y="379476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Matches ODMI 2025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840480" y="3822192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096512" y="3794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Differs from ODMI 2025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57200" y="423367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40080" y="4270248"/>
            <a:ext cx="7955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Comparison is to ODMI's 2025 merged_responses. The current sample is small and Policy-dimension heavy. ODMI's assessments are one cycle old, so where the swarm differs that does not automatically mean the swarm is wrong: the country may have changed since the assessment. Each disagreement is worth a human glance.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 with ODMI side-by-side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One card per finalised pair: question, swarm answer with evidence quote, clickable source URL, plus ODMI's recorded answer and explanation. Match / differ badge at a glance.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Accuracy chart vs ODMI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Per-country stacked bar of pairs that match ODMI 2025 versus those that differ. Headline accuracy KPI is read straight off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Cost tracking and rolling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Costs page shows the 5-hour rolling spend, per-model breakdown, and per-strategy averages. Rate-limit hits and soft-limit progress on every page's sidebar.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SWARM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Run Console — live view while the swarm runs</a:t>
            </a:r>
          </a:p>
        </p:txBody>
      </p:sp>
      <p:pic>
        <p:nvPicPr>
          <p:cNvPr id="5" name="Picture 4" descr="swarm_in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822960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harder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beyond Policy on the easy four countries: Portal, Quality, and Impact dimensions. Track where accuracy starts to 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Add the lower-resource countries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Bring Hungary and Estonia into the regular sweep. Country-language fetch is the biggest unknown.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Verifier strategy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Four strategies on the same Researcher rows. Hallucination catch rate, false rejection rate, tokens per Verifier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JUNE AND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all six countries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all 143 questions across FR, DE, NL, RO, HU and EE — the full Phase B matrix.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Model cost-effectiveness experiments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Compare Haiku, Sonnet and Opus on accuracy and cost across the matrix. Build the cost-accuracy surface and identify the optimal strategy.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July — dissertation write-up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Analyse results, write methodology and findings chapters. Submission deadline: 2 August 2026.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