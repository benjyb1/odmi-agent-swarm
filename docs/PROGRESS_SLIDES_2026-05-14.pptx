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14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113 Researcher · 111 Verifier · 9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79%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56 / 71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£8.11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~86s.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459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018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943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6856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427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169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911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6532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73951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1370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878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620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362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104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5846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5588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53303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5072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48141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4556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42979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039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37817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3523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3265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3007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27493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2491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223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1975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1458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12008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0942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06846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0426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0168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19910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196522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93941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91360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18877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8619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18361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18103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17845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17587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173293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17071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168131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16555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162969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16038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157807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15522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15264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15006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147483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14490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14232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1397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84769" y="2985811"/>
            <a:ext cx="968121" cy="7742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1900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900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44989" y="2701905"/>
            <a:ext cx="968121" cy="36133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44989" y="1463041"/>
            <a:ext cx="968121" cy="1238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7922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7922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48 / 62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05209" y="2985811"/>
            <a:ext cx="968121" cy="7742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3944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3944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65429" y="3011621"/>
            <a:ext cx="968121" cy="5161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966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966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