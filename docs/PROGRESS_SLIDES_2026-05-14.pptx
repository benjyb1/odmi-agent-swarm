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14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157 Researcher · 155 Verifier · 16 Adjudicator.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77%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65 / 84 match against ODMI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£8.11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steps in when retries are exhausted. Average runtime ~102s.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Same source URL. Adversarial prompt (default: find disproof). Returns pass / fail with counter-evidence if any.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Coordinator retries Researcher up to 3× when the Verifier rejects. After that, Adjudicator decides. Confidence below 0.6 escalates to a human queue.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5046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29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077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8645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651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4378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2244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01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7797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584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73710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7157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694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67309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6517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63042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60908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58775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5664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5450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523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50240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2481073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45973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4384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41706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3957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23743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235305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23317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231038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28904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2677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2463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2250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220370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21823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21610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213969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2118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209702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207568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205435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20330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011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19903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196900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19476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192633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19050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188366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18623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18409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181965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17983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177698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175564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17343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1712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16916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167030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164896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16276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160629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15849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156362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154228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152095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" y="14996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" y="14782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14569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143560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14142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139293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584769" y="2999232"/>
            <a:ext cx="968121" cy="6400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1900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1900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44989" y="2679192"/>
            <a:ext cx="968121" cy="384048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44989" y="1463040"/>
            <a:ext cx="968121" cy="121615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97922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7922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57 / 75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105209" y="2999232"/>
            <a:ext cx="968121" cy="6400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73944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3944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65429" y="3020568"/>
            <a:ext cx="968121" cy="4267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9966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9966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card per finalised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 and rolling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Rate-limit hits and soft-limit progress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SWARM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Run Console — live view while the swarm runs</a:t>
            </a:r>
          </a:p>
        </p:txBody>
      </p:sp>
      <p:pic>
        <p:nvPicPr>
          <p:cNvPr id="5" name="Picture 4" descr="swarm_in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822960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Four strategies on the same Researcher rows. Hallucination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JUNE AND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all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all 143 questions across FR, DE, NL, RO, HU and EE — the full Phase B matrix.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Model cost-effectiveness experiments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Compare Haiku, Sonnet and Opus on accuracy and cost across the matrix. Build the cost-accuracy surface and identify the optimal strategy.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July — dissertation write-up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Analyse results, write methodology and findings chapters. Submission deadline: 2 August 2026.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