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548640" cy="1828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4B8A6"/>
                </a:solidFill>
                <a:latin typeface="Calibri"/>
              </a:rPr>
              <a:t>MSc ADVANCED COMPUTING · INDIVIDUAL PROJECT · STATUS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77724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Agentic AI for Open</a:t>
            </a:r>
          </a:p>
          <a:p>
            <a:r>
              <a:rPr sz="4000" b="1">
                <a:solidFill>
                  <a:srgbClr val="FFFFFF"/>
                </a:solidFill>
                <a:latin typeface="Calibri"/>
              </a:rPr>
              <a:t>Data Maturity</a:t>
            </a:r>
          </a:p>
          <a:p>
            <a:r>
              <a:rPr sz="4000" b="1">
                <a:solidFill>
                  <a:srgbClr val="FFFFFF"/>
                </a:solidFill>
                <a:latin typeface="Calibri"/>
              </a:rPr>
              <a:t>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CBD5E0"/>
                </a:solidFill>
                <a:latin typeface="Calibri"/>
              </a:rPr>
              <a:t>Status snapshot and next steps for supervisor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Benjy Bream  ·  King's College London  ·  02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CAPABILITY SNAPSHOT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What is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203454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PAIRS FINALISED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149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290 Researcher · 287 Verifier · 34 Adjudicator.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55748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55748" y="1143000"/>
            <a:ext cx="2034540" cy="5486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56916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GROUND-TRUTH COVERAGE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6916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5,148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56916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ODMI answers loaded (36 countries × 143 questions).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54296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54296" y="1143000"/>
            <a:ext cx="2034540" cy="54864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55464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ACCURACY VS ODMI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5464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68%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5464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101 / 149 match against ODMI 2025.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52844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52844" y="1143000"/>
            <a:ext cx="2034540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4012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TOTAL LLM SPEND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54012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£31.00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4012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Via CLIProxyAPI on Claude Max.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697480"/>
            <a:ext cx="41605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2697480"/>
            <a:ext cx="73152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0392" y="2834640"/>
            <a:ext cx="3538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Three-agent swarm, end-to-end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3154680"/>
            <a:ext cx="353872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Researcher proposes, Verifier tries to disprove, Adjudicator steps in when retries are exhausted. Average runtime ~120s.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2697480"/>
            <a:ext cx="41605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754880" y="2697480"/>
            <a:ext cx="73152" cy="14173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48072" y="2834640"/>
            <a:ext cx="3538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Live dashboard with ODMI ground truth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8072" y="3154680"/>
            <a:ext cx="353872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Streamlit app over SQLite. Every LLM call logs tokens, latency, cost, prompt version. Each finalised swarm pair is compared to ODMI's recorded answer automatically (5,148 ground-truth rows loaded).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COORDINATOR STATE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How the swarm answers one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2468880" cy="3200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21031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RESEARCHER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Tavily search → fetch URL → reason → return {answer, source_url, evidence_quote, confidence}.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7560" y="1463040"/>
            <a:ext cx="2468880" cy="320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508760"/>
            <a:ext cx="21031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VERIFIER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92024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Substring-checks the Researcher's quote, runs an independent search, and reasons adversarially (default strategy: find a way to disprove the claim). Returns pass / fail with counter-evidence.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463040"/>
            <a:ext cx="2468880" cy="320040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508760"/>
            <a:ext cx="21031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ADJUDICATOR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92024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Fires only on retry exhaustion. Reads the full history. Picks a winner or escalates to a human queue.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971800" y="2107692"/>
            <a:ext cx="320040" cy="219456"/>
          </a:xfrm>
          <a:prstGeom prst="rightArrow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5852160" y="2107692"/>
            <a:ext cx="320040" cy="219456"/>
          </a:xfrm>
          <a:prstGeom prst="rightArrow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291840"/>
            <a:ext cx="397764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401568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D9488"/>
                </a:solidFill>
                <a:latin typeface="Calibri"/>
              </a:rPr>
              <a:t>TERMINATION RULE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675888"/>
            <a:ext cx="3611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Researcher retries up to 3× on Verifier rejection. After that, Adjudicator decides. Confidence below 0.6 escalates to a human queue.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09160" y="3291840"/>
            <a:ext cx="397764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C5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92040" y="3401568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C53030"/>
                </a:solidFill>
                <a:latin typeface="Calibri"/>
              </a:rPr>
              <a:t>DATA-LEAKAGE GUARDRAIL (D24)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3675888"/>
            <a:ext cx="3611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ODMI publications (data.europa.eu and mirrors) banned at five layers: search, fetch, validator, prompts, audit. An audit script catches anything that slips through.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DATA-LEAKAGE CONTROLS · D24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Why ODMI publications are banned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The swarm is validated against ODMI's published merged_responses. Any URL that hosts, mirrors, or summarises ODMI's own answers leaks the signal we are predicting, so it must never reach the agents. Five layers enforce this: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1514246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514246" cy="3200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148486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1.  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48840"/>
            <a:ext cx="1239926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Tavily exclude_domains · Brave −site: · post-filter drops any blocked URL before it reaches an agent.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36038" y="1691640"/>
            <a:ext cx="1514246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36038" y="1691640"/>
            <a:ext cx="1514246" cy="3200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18918" y="1737360"/>
            <a:ext cx="1148486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2.  FETCH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73198" y="2148840"/>
            <a:ext cx="1239926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fetch_text and head_ok refuse blocked URLs with failure_mode="blocked_data_leakage". No network call.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14876" y="1691640"/>
            <a:ext cx="1514246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14876" y="1691640"/>
            <a:ext cx="1514246" cy="320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97756" y="1737360"/>
            <a:ext cx="1148486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3.  VALIDATOR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2036" y="2148840"/>
            <a:ext cx="1239926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trust_score forced to 0.0 for blocked URLs. data.europa.eu removed from the trusted domain seed list.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93714" y="1691640"/>
            <a:ext cx="1514246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93714" y="1691640"/>
            <a:ext cx="1514246" cy="320040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76594" y="1737360"/>
            <a:ext cx="1148486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4.  PROMPTS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30874" y="2148840"/>
            <a:ext cx="1239926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Researcher V2, all four Verifier V2 strategies, and Adjudicator V2 carry an explicit forbidden_odmi_source rule.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72552" y="1691640"/>
            <a:ext cx="1514246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72552" y="1691640"/>
            <a:ext cx="1514246" cy="320040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55432" y="1737360"/>
            <a:ext cx="1148486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5.  AUDIT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09712" y="2148840"/>
            <a:ext cx="1239926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scripts/check_data_leakage.py scans every URL column in the swarm tables. Exits non-zero on any hit. --purge deletes tainted pair_runs.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solidFill>
            <a:srgbClr val="F7FAFC"/>
          </a:solidFill>
          <a:ln w="6350">
            <a:solidFill>
              <a:srgbClr val="C5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16052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Each layer fails in a different way. The audit catches whatever the four runtime layers miss; 30 historical violations were purged when D24 landed.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FINALISED PAIRS · SUCCESS VS FAILURE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Results so far, per country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822960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143000" y="1463040"/>
            <a:ext cx="0" cy="160020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3000" y="3063240"/>
            <a:ext cx="7086600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9718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5846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94513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93179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9184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0512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89179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87845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86512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85178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283845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82511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28117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79844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278511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277177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275844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274510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273177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271843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7051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269176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267843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266509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26517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263842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262509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261175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259842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258508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257175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255841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25450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253174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251841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50507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249174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247840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246507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245173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24384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242506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241173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" y="239839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23850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237172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235839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234505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" y="233172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" y="231838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5800" y="230505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229171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" y="22783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800" y="226504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5800" y="225171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" y="223837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222504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221170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219837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218503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5800" y="21717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5800" y="215836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5800" y="214503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213169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5800" y="21183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5800" y="210502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5800" y="209169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207835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85800" y="206502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5800" y="205168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85800" y="203835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" y="202501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85800" y="20116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5800" y="199834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85800" y="198501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5800" y="197167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85800" y="195834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5800" y="194500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5800" y="193167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85800" y="191833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5800" y="19050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5800" y="189166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85800" y="187833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85800" y="186499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85800" y="18516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85800" y="183832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5800" y="182499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85800" y="181165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85800" y="179832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5800" y="178498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85800" y="177165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85800" y="175831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85800" y="17449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85800" y="173164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85800" y="171831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5800" y="170497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85800" y="169164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85800" y="167830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85800" y="166497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85800" y="165163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85800" y="16383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85800" y="162496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85800" y="161163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5800" y="159829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85800" y="15849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85800" y="157162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85800" y="155829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85800" y="154495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85800" y="153162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85800" y="151828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85800" y="150495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85800" y="149161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5800" y="14782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85800" y="146494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85800" y="145161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114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85800" y="143827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5800" y="142494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85800" y="141160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117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85800" y="139827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85800" y="138493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5800" y="13716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120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505560" y="3023235"/>
            <a:ext cx="774496" cy="40005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39800" y="3136392"/>
            <a:ext cx="15060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DE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9800" y="3337560"/>
            <a:ext cx="150601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3 / 3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13736" y="2903220"/>
            <a:ext cx="774496" cy="160020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913736" y="2849880"/>
            <a:ext cx="774496" cy="5334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2547976" y="3136392"/>
            <a:ext cx="15060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EE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547976" y="3337560"/>
            <a:ext cx="150601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4 / 16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4321912" y="2649855"/>
            <a:ext cx="774496" cy="413385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321912" y="1463040"/>
            <a:ext cx="774496" cy="1186815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956152" y="3136392"/>
            <a:ext cx="15060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FR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956152" y="3337560"/>
            <a:ext cx="150601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89 / 120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730088" y="3023235"/>
            <a:ext cx="774496" cy="40005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364328" y="3136392"/>
            <a:ext cx="15060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NL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364328" y="3337560"/>
            <a:ext cx="150601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3 / 3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138264" y="3036570"/>
            <a:ext cx="774496" cy="2667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772504" y="3136392"/>
            <a:ext cx="15060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RO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772504" y="3337560"/>
            <a:ext cx="150601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2 / 2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48640" y="3822192"/>
            <a:ext cx="164592" cy="164592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04672" y="3794760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Matches ODMI 2025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3840480" y="3822192"/>
            <a:ext cx="164592" cy="164592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4096512" y="37947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Differs from ODMI 2025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457200" y="4233672"/>
            <a:ext cx="73152" cy="548640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0080" y="4270248"/>
            <a:ext cx="7955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Comparison is to ODMI's 2025 merged_responses. The current sample is small and Policy-dimension heavy. ODMI's assessments are one cycle old, so where the swarm differs that does not automatically mean the swarm is wrong: the country may have changed since the assessment. Each disagreement is worth a human glance.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WHAT I'LL DEMO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Best bits of the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73152" cy="1691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1463040"/>
            <a:ext cx="502920" cy="50292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904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Run Console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8745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Multiselect questions × countries, pick the Verifier strategy and the model triple, dispatch a batch. Cost is estimated before the run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2344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0" y="1234440"/>
            <a:ext cx="73152" cy="16916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029200" y="1463040"/>
            <a:ext cx="502920" cy="50292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14904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Results · Cards view with ODMI side-by-side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18745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One card per finalised pair: question, swarm answer with evidence quote, clickable source URL, plus ODMI's recorded answer and explanation. Match / differ badge at a glance.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0632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063240"/>
            <a:ext cx="73152" cy="169164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3291840"/>
            <a:ext cx="502920" cy="502920"/>
          </a:xfrm>
          <a:prstGeom prst="ellipse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3192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Accuracy chart vs ODMI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7033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Per-country stacked bar of pairs that match ODMI 2025 versus those that differ. Headline accuracy KPI is read straight off the comparison.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0" y="30632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0" y="3063240"/>
            <a:ext cx="73152" cy="16916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029200" y="3291840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33192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Cost tracking and rolling budget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37033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Costs page shows the 5-hour rolling spend, per-model breakdown, and per-strategy averages. Rate-limit hits and soft-limit progress on every page's sidebar.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SWARM IN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Run Console — live view while the swarm runs</a:t>
            </a:r>
          </a:p>
        </p:txBody>
      </p:sp>
      <p:pic>
        <p:nvPicPr>
          <p:cNvPr id="5" name="Picture 4" descr="swarm_in_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8229600" cy="3794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SHORT TERM AND LONG TERM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Where this goes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4160520" cy="352044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4160520" cy="41148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NEXT TWO WEEKS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Scale to harder 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99339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Run the swarm beyond Policy on the easy four countries: Portal, Quality, and Impact dimensions. Track where accuracy starts to fall.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81051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71272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Add the lower-resource countries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6875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Bring Hungary and Estonia into the regular sweep. Country-language fetch is the biggest unknown.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78587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68808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Verifier strategy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94411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Four strategies on the same Researcher rows. Hallucination catch rate, false rejection rate, tokens per Verifier run.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6123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0600" y="1234440"/>
            <a:ext cx="4160520" cy="352044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0600" y="1234440"/>
            <a:ext cx="4160520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0" y="132588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JUNE AND JULY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173736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Scale to all six countries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199339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Run all 143 questions across FR, DE, NL, RO, HU and EE — the full Phase B matrix.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83480" y="181051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4960" y="271272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Model cost-effectiveness experiments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296875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Compare Haiku, Sonnet and Opus on accuracy and cost across the matrix. Build the cost-accuracy surface and identify the optimal strategy.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83480" y="278587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94960" y="368808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July — dissertation write-up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0" y="394411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Analyse results, write methodology and findings chapters. Submission deadline: 2 August 2026.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83480" y="376123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