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05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273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624 Researcher · 492 Verifier · 95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168 / 273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£70.33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~161s.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84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51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17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184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51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17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84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651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517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84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251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117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84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851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717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584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451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317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184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051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6917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784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650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517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384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250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117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5984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5850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5717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5584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450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317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184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050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4917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4784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650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517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250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117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3983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3850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3717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3583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450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3317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3183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3050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2917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2783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2650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517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2383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2250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2117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1983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1850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1583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1450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1316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1183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1050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0916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0783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0650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05168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0383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20250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2011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199834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9850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19716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19583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19450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19316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19183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18916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8783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8649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8516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8383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8249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8116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798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7849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7716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7583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7449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7316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7183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7049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6916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6783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6649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516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6383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6249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6116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5982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584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5716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5582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5449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5316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5182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5049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4916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478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4649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4516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4382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4249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4116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13982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13849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452753" y="3023235"/>
            <a:ext cx="645414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8699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8699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626233" y="2903220"/>
            <a:ext cx="645414" cy="1600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26233" y="2849880"/>
            <a:ext cx="645414" cy="533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26047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EE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6047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4 / 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799713" y="2649855"/>
            <a:ext cx="645414" cy="41338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799713" y="1463040"/>
            <a:ext cx="645414" cy="118681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3395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3395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89 / 120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973193" y="2649855"/>
            <a:ext cx="645414" cy="41338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73193" y="2169795"/>
            <a:ext cx="645414" cy="4800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0743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MT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0743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36 / 67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46673" y="2796540"/>
            <a:ext cx="645414" cy="26670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146673" y="2343150"/>
            <a:ext cx="645414" cy="45339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8091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78091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34 / 54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320153" y="3036570"/>
            <a:ext cx="645414" cy="2667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95439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5439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Rolling 5-hour spend and rate-limit hits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