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548640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4B8A6"/>
                </a:solidFill>
                <a:latin typeface="Calibri"/>
              </a:rPr>
              <a:t>MSc ADVANCED COMPUTING · INDIVIDUAL PROJECT · STATUS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7772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Agentic AI for Open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Data Maturity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CBD5E0"/>
                </a:solidFill>
                <a:latin typeface="Calibri"/>
              </a:rPr>
              <a:t>Status snapshot and next steps for supervisor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Benjy Bream  ·  King's College London  ·  26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CAPABILITY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203454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PAIRS FINALISED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129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229 Researcher · 226 Verifier · 26 Adjudicator.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55748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55748" y="1143000"/>
            <a:ext cx="203454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56916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GROUND-TRUTH 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6916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5,148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56916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ODMI answers loaded (36 countries × 143 questions).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54296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54296" y="1143000"/>
            <a:ext cx="2034540" cy="54864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55464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ACCURACY VS ODMI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5464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75%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5464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97 / 129 match against ODMI 2025.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52844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52844" y="1143000"/>
            <a:ext cx="203454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4012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TOTAL LLM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4012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£16.28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4012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Via CLIProxyAPI on Claude Max.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697480"/>
            <a:ext cx="41605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697480"/>
            <a:ext cx="73152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" y="2834640"/>
            <a:ext cx="3538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Three-agent swarm, end-to-end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3154680"/>
            <a:ext cx="353872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Researcher proposes, Verifier tries to disprove, Adjudicator steps in when retries are exhausted. Average runtime ~110s.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2697480"/>
            <a:ext cx="41605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54880" y="2697480"/>
            <a:ext cx="73152" cy="14173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48072" y="2834640"/>
            <a:ext cx="3538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Live dashboard with ODMI ground truth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8072" y="3154680"/>
            <a:ext cx="353872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Streamlit app over SQLite. Every LLM call logs tokens, latency, cost, prompt version. Each finalised swarm pair is compared to ODMI's recorded answer automatically (5,148 ground-truth rows loaded).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COORDINATOR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the swarm answers one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468880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RESEARCHER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Tavily search → fetch URL → reason → return {answer, source_url, evidence_quote, confidence}.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1463040"/>
            <a:ext cx="2468880" cy="320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VERIFIER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Substring-checks the Researcher's quote, runs an independent search, and reasons adversarially (default strategy: find a way to disprove the claim). Returns pass / fail with counter-evidence.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2468880" cy="32004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ADJUDICATOR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Fires only on retry exhaustion. Reads the full history. Picks a winner or escalates to a human queue.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97180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585216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291840"/>
            <a:ext cx="397764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40156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D9488"/>
                </a:solidFill>
                <a:latin typeface="Calibri"/>
              </a:rPr>
              <a:t>TERMINATION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675888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Researcher retries up to 3× on Verifier rejection. After that, Adjudicator decides. Confidence below 0.6 escalates to a human queue.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09160" y="3291840"/>
            <a:ext cx="397764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C5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92040" y="340156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C53030"/>
                </a:solidFill>
                <a:latin typeface="Calibri"/>
              </a:rPr>
              <a:t>DATA-LEAKAGE GUARDRAIL (D24)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675888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ODMI publications (data.europa.eu and mirrors) banned at five layers: search, fetch, validator, prompts, audit. An audit script catches anything that slips through.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DATA-LEAKAGE CONTROLS · D24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Why ODMI publications are banned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The swarm is validated against ODMI's published merged_responses. Any URL that hosts, mirrors, or summarises ODMI's own answers leaks the signal we are predicting, so it must never reach the agents. Five layers enforce this: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514246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1. 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Tavily exclude_domains · Brave −site: · post-filter drops any blocked URL before it reaches an agent.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36038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36038" y="1691640"/>
            <a:ext cx="1514246" cy="3200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18918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2.  FETCH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73198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fetch_text and head_ok refuse blocked URLs with failure_mode="blocked_data_leakage". No network call.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14876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14876" y="1691640"/>
            <a:ext cx="1514246" cy="320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97756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3.  VALIDATOR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2036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trust_score forced to 0.0 for blocked URLs. data.europa.eu removed from the trusted domain seed list.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93714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93714" y="1691640"/>
            <a:ext cx="1514246" cy="32004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76594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4.  PROMPTS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30874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Researcher V2, all four Verifier V2 strategies, and Adjudicator V2 carry an explicit forbidden_odmi_source rule.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72552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72552" y="1691640"/>
            <a:ext cx="1514246" cy="32004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5432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5.  AUDIT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09712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scripts/check_data_leakage.py scans every URL column in the swarm tables. Exits non-zero on any hit. --purge deletes tainted pair_runs.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solidFill>
            <a:srgbClr val="F7FAFC"/>
          </a:solidFill>
          <a:ln w="6350">
            <a:solidFill>
              <a:srgbClr val="C5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16052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Each layer fails in a different way. The audit catches whatever the four runtime layers miss; 30 historical violations were purged when D24 landed.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FINALISED PAIRS · SUCCESS VS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Results so far, per country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82296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143000" y="1463040"/>
            <a:ext cx="0" cy="160020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3000" y="3063240"/>
            <a:ext cx="708660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9718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5800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4421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304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91662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0282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8890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875237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86144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847647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83385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820057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2806263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79246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2778673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276487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2751083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273728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272349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2709699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69590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682109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266831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2654519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264072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26269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26131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25993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258554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25717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255795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254416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253036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251657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25027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48898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2475187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24613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2447597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243380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2420007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2406213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239241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2378623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23648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2351033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233723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23234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2309649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229585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2282059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226826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2254469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22406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" y="22268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221308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21992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21854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21717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215790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214411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" y="21303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211652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210272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5800" y="20889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2075137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" y="206134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2047547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5800" y="203375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" y="2019957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5800" y="2006163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" y="199236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5800" y="1978573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" y="196477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5800" y="1950983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" y="193718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" y="192339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" y="1909599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5800" y="189580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85800" y="1882009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5800" y="186821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5800" y="1854419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5800" y="184062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5800" y="18268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" y="18130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85800" y="17992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5800" y="178544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5800" y="17716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5800" y="175785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5800" y="174406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85800" y="173026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85800" y="171647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85800" y="17026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85800" y="168888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85800" y="1675087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5800" y="16612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85800" y="1647497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5800" y="163370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85800" y="1619907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85800" y="1606113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85800" y="159231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85800" y="1578523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85800" y="15647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5800" y="1550933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85800" y="153713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85800" y="15233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85800" y="1509549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85800" y="149575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85800" y="1481959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85800" y="146816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85800" y="1454369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5800" y="14405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5800" y="14267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85800" y="141298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85800" y="13991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85800" y="13853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5800" y="13716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584769" y="3021856"/>
            <a:ext cx="968121" cy="41384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219009" y="313639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DE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219009" y="333756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344989" y="2690780"/>
            <a:ext cx="968121" cy="37246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3344989" y="1463041"/>
            <a:ext cx="968121" cy="1227739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979229" y="313639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FR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979229" y="333756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89 / 116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105209" y="3021856"/>
            <a:ext cx="968121" cy="41384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739449" y="313639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NL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739449" y="333756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865429" y="3035651"/>
            <a:ext cx="968121" cy="27589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99669" y="313639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RO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499669" y="333756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2 / 2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548640" y="3822192"/>
            <a:ext cx="164592" cy="164592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04672" y="379476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Matches ODMI 2025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3840480" y="3822192"/>
            <a:ext cx="164592" cy="164592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096512" y="37947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Differs from ODMI 2025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457200" y="4233672"/>
            <a:ext cx="73152" cy="54864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40080" y="4270248"/>
            <a:ext cx="7955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Comparison is to ODMI's 2025 merged_responses. The current sample is small and Policy-dimension heavy. ODMI's assessments are one cycle old, so where the swarm differs that does not automatically mean the swarm is wrong: the country may have changed since the assessment. Each disagreement is worth a human glance.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WHAT I'LL DEMO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Best bits of the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73152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1463040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904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Run Console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745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Multiselect questions × countries, pick the Verifier strategy and the model triple, dispatch a batch. Cost is estimated before the run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1234440"/>
            <a:ext cx="73152" cy="1691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029200" y="1463040"/>
            <a:ext cx="502920" cy="50292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14904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Results · Cards view with ODMI side-by-side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18745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One card per finalised pair: question, swarm answer with evidence quote, clickable source URL, plus ODMI's recorded answer and explanation. Match / differ badge at a glance.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73152" cy="169164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3291840"/>
            <a:ext cx="502920" cy="502920"/>
          </a:xfrm>
          <a:prstGeom prst="ellipse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3192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Accuracy chart vs ODMI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7033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Per-country stacked bar of pairs that match ODMI 2025 versus those that differ. Headline accuracy KPI is read straight off the comparison.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0" y="3063240"/>
            <a:ext cx="73152" cy="16916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029200" y="3291840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33192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Cost tracking and rolling 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37033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Costs page shows the 5-hour rolling spend, per-model breakdown, and per-strategy averages. Rate-limit hits and soft-limit progress on every page's sidebar.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SWARM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Run Console — live view while the swarm runs</a:t>
            </a:r>
          </a:p>
        </p:txBody>
      </p:sp>
      <p:pic>
        <p:nvPicPr>
          <p:cNvPr id="5" name="Picture 4" descr="swarm_in_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8229600" cy="3794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SHORT TERM AND LONG TERM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Where this goes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4160520" cy="41148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NEXT TWO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Scale to harder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99339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Run the swarm beyond Policy on the easy four countries: Portal, Quality, and Impact dimensions. Track where accuracy starts to fall.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71272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Add the lower-resource countries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6875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Bring Hungary and Estonia into the regular sweep. Country-language fetch is the biggest unknown.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8808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Verifier strategy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94411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Four strategies on the same Researcher rows. Hallucination catch rate, false rejection rate, tokens per Verifier run.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06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0600" y="1234440"/>
            <a:ext cx="4160520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13258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JUNE AND JULY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173736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Scale to all six countries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199339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Run all 143 questions across FR, DE, NL, RO, HU and EE — the full Phase B matrix.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834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4960" y="271272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Model cost-effectiveness experiments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296875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Compare Haiku, Sonnet and Opus on accuracy and cost across the matrix. Build the cost-accuracy surface and identify the optimal strategy.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34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4960" y="368808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July — dissertation write-up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394411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Analyse results, write methodology and findings chapters. Submission deadline: 2 August 2026.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834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