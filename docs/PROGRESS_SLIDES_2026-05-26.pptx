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Status snapshot and next steps for supervisor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26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129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229 Researcher · 226 Verifier · 26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97 / 129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£16.28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~110s.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Substring-checks the Researcher's quote, runs an independent search, and reasons adversarially (default strategy: find a way to disprove the claim).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Researcher retries up to 3× on Verifier rejection. After that, Adjudicator decides. Confidence below 0.6 escalates to a human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Calibri"/>
              </a:rPr>
              <a:t>DATA-LEAKAGE GUARDRAIL (D24)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ODMI publications (data.europa.eu and mirrors) banned at five layers: search, fetch, validator, prompts, audit. An audit script catches anything that slips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DATA-LEAKAGE CONTROLS · D24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ODMI publications are banned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swarm is validated against ODMI's published merged_responses. Any URL that hosts, mirrors, or summarises ODMI's own answers leaks the signal we are predicting, so it must never reach the agents. Five layers enforce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514246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Tavily exclude_domains · Brave −site: · post-filter drops any blocked URL before it reaches an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6038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6038" y="1691640"/>
            <a:ext cx="1514246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918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198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fetch_text and head_ok refuse blocked URLs with failure_mode="blocked_data_leakage". No network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4876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4876" y="1691640"/>
            <a:ext cx="1514246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036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trust_score forced to 0.0 for blocked URLs. data.europa.eu removed from the trusted domain seed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3714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3714" y="1691640"/>
            <a:ext cx="1514246" cy="320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594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874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Researcher V2, all four Verifier V2 strategies, and Adjudicator V2 carry an explicit forbidden_odmi_source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2552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2552" y="1691640"/>
            <a:ext cx="1514246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5432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9712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scripts/check_data_leakage.py scans every URL column in the swarm tables. Exits non-zero on any hit. --purge deletes tainted pair_runs.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Each layer fails in a different way. The audit catches whatever the four runtime layers miss; 30 historical violations were purged when D24 landed.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800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421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304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1662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28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90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7523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6144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476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38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2005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0626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924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7867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6487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5108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73728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234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70969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69590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68210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6683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65451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407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269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6131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5993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5855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5717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55795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54416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53036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5165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5027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48898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4751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46139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44759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43380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4200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0621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39241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37862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36482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35103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33723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32344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30964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22958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28205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26826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25446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22406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2268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22130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1992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1854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1717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15790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214411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21303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11652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21027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0889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07513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206134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20475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20337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201995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200616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19923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197857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196477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195098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193718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19233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190959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189580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188200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18682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185441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18406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18268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18130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17992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17854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17716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175785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174406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" y="173026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17164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17026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168888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16750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166129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64749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163370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16199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60611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59231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157852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156472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155093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153713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152334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" y="150954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14957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148195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146816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145436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14405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" y="14267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14129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" y="13991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" y="13853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584769" y="3021856"/>
            <a:ext cx="968121" cy="4138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1900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1900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344989" y="2690780"/>
            <a:ext cx="968121" cy="37246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344989" y="1463041"/>
            <a:ext cx="968121" cy="122773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7922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97922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89 / 116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105209" y="3021856"/>
            <a:ext cx="968121" cy="4138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73944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3944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65429" y="3035651"/>
            <a:ext cx="968121" cy="2758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9966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9966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 and rolling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Rate-limit hits and soft-limit progress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July —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