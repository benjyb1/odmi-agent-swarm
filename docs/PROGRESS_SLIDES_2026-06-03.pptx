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03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149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290 Researcher · 287 Verifier · 34 Adjudicator.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68%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101 / 149 match against ODMI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£31.00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steps in when retries are exhausted. Average runtime ~120s.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Substring-checks the Researcher's quote, runs an independent search, and reasons adversarially (default strategy: find a way to disprove the claim). Returns pass / fail with counter-evidence.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Researcher retries up to 3× on Verifier rejection. After that, Adjudicator decides. Confidence below 0.6 escalates to a human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92040" y="3401568"/>
            <a:ext cx="3611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C53030"/>
                </a:solidFill>
                <a:latin typeface="Calibri"/>
              </a:rPr>
              <a:t>DATA-LEAKAGE GUARDRAIL (D24)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675888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ODMI publications (data.europa.eu and mirrors) banned at five layers: search, fetch, validator, prompts, audit. An audit script catches anything that slips through.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DATA-LEAKAGE CONTROLS · D24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Why ODMI publications are banned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The swarm is validated against ODMI's published merged_responses. Any URL that hosts, mirrors, or summarises ODMI's own answers leaks the signal we are predicting, so it must never reach the agents. Five layers enforce this: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514246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1. 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Tavily exclude_domains · Brave −site: · post-filter drops any blocked URL before it reaches an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36038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36038" y="1691640"/>
            <a:ext cx="1514246" cy="3200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18918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2.  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73198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fetch_text and head_ok refuse blocked URLs with failure_mode="blocked_data_leakage". No network call.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14876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14876" y="1691640"/>
            <a:ext cx="1514246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7756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3.  VALIDATOR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2036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trust_score forced to 0.0 for blocked URLs. data.europa.eu removed from the trusted domain seed list.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93714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93714" y="1691640"/>
            <a:ext cx="1514246" cy="3200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76594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4.  PROMPTS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0874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Researcher V2, all four Verifier V2 strategies, and Adjudicator V2 carry an explicit forbidden_odmi_source rule.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2552" y="1691640"/>
            <a:ext cx="1514246" cy="2194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72552" y="1691640"/>
            <a:ext cx="1514246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5432" y="1737360"/>
            <a:ext cx="1148486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5.  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9712" y="2148840"/>
            <a:ext cx="1239926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scripts/check_data_leakage.py scans every URL column in the swarm tables. Exits non-zero on any hit. --purge deletes tainted pair_runs.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1605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Each layer fails in a different way. The audit catches whatever the four runtime layers miss; 30 historical violations were purged when D24 landed.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584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51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317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184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051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917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784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8651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8517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8384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251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8117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7984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7851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7717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7584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7451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7317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7184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7051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6917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6784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26650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6517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6384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6250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6117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25984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25850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25717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25584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5450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5317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5184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5050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24917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24784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24650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24517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24384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24250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24117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23983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23850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23717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23583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23450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23317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23183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23050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22917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22783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22650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22517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22383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22250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22117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21983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21850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21717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21583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21450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21316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" y="2118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210502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5800" y="20916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20783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20650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" y="205168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5800" y="20383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" y="20250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2011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" y="199834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19850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19716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19583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" y="19450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" y="19316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" y="19183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19050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18916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18783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" y="18649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18516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5800" y="18383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" y="18249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" y="18116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17983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17849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5800" y="17716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5800" y="17583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85800" y="17449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" y="17316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85800" y="17183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5800" y="17049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85800" y="16916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85800" y="16783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5800" y="16649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85800" y="16516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85800" y="16383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85800" y="162496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85800" y="161163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5800" y="159829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85800" y="15849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85800" y="157162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85800" y="155829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85800" y="154495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153162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85800" y="151828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85800" y="150495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110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85800" y="149161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5800" y="14782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85800" y="146494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85800" y="145161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85800" y="143827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5800" y="142494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85800" y="141160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85800" y="139827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85800" y="1384935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120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505560" y="3023235"/>
            <a:ext cx="774496" cy="4000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9800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39800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13736" y="2903220"/>
            <a:ext cx="774496" cy="16002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2913736" y="2849880"/>
            <a:ext cx="774496" cy="533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547976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EE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547976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4 / 16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4321912" y="2649855"/>
            <a:ext cx="774496" cy="413385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321912" y="1463040"/>
            <a:ext cx="774496" cy="118681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956152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956152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89 / 120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730088" y="3023235"/>
            <a:ext cx="774496" cy="40005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364328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364328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138264" y="3036570"/>
            <a:ext cx="774496" cy="2667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772504" y="3136392"/>
            <a:ext cx="150601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772504" y="3337560"/>
            <a:ext cx="150601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8745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One card per finalised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 and rolling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Rate-limit hits and soft-limit progress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SWARM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Run Console — live view while the swarm runs</a:t>
            </a:r>
          </a:p>
        </p:txBody>
      </p:sp>
      <p:pic>
        <p:nvPicPr>
          <p:cNvPr id="5" name="Picture 4" descr="swarm_in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822960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Four strategies on the same Researcher rows. Hallucination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JUNE AND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all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all 143 questions across FR, DE, NL, RO, HU and EE — the full Phase B matrix.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Model cost-effectiveness experiments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Compare Haiku, Sonnet and Opus on accuracy and cost across the matrix. Build the cost-accuracy surface and identify the optimal strategy.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July — dissertation write-up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Analyse results, write methodology and findings chapters. Submission deadline: 2 August 2026.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