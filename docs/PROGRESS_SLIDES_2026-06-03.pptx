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4864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MSc ADVANCED COMPUTING · INDIVIDUAL PROJECT · STATUS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7772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Agentic AI for Open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Data Maturity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0"/>
                </a:solidFill>
                <a:latin typeface="Calibri"/>
              </a:rPr>
              <a:t>Status snapshot and next steps for supervisor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Benjy Bream  ·  King's College London  ·  03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CAPABILITY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is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0345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PAIRS FINALISED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149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290 Researcher · 287 Verifier · 34 Adjudicator.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5748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5748" y="1143000"/>
            <a:ext cx="203454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6916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GROUND-TRUTH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6916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5,148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6916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ODMI answers loaded (36 countries × 143 questions).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4296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54296" y="1143000"/>
            <a:ext cx="2034540" cy="5486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5464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ACCURACY VS ODMI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68%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101 / 149 match against ODMI 2025.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52844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52844" y="1143000"/>
            <a:ext cx="20345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4012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TOTAL LLM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£31.00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4012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Via CLIProxyAPI on Claude Max.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69748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2834640"/>
            <a:ext cx="35387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Three-agent swarm, end-to-end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154680"/>
            <a:ext cx="35387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Researcher proposes, Verifier tries to disprove, Adjudicator steps in when retries are exhausted. Average runtime ~120s.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6974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2697480"/>
            <a:ext cx="73152" cy="1417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8072" y="2834640"/>
            <a:ext cx="35387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Live dashboard with ODMI ground truth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8072" y="3154680"/>
            <a:ext cx="35387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Streamlit app over SQLite. Every LLM call logs tokens, latency, cost, prompt version. Each finalised swarm pair is compared to ODMI's recorded answer automatically (5,148 ground-truth rows loaded).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COORDINATOR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the swarm answers one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468880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RESEARCHER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Tavily search → fetch URL → reason → return {answer, source_url, evidence_quote, confidence}.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246888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VERIFIER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Substring-checks the Researcher's quote, runs an independent search, and reasons adversarially (default strategy: find a way to disprove the claim). Returns pass / fail with counter-evidence.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468880" cy="3200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ADJUDICATOR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Fires only on retry exhaustion. Reads the full history. Picks a winner or escalates to a human queue.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71800" y="210769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852160" y="210769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39776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0156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Calibri"/>
              </a:rPr>
              <a:t>TERMINATION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758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Researcher retries up to 3× on Verifier rejection. After that, Adjudicator decides. Confidence below 0.6 escalates to a human queue.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3291840"/>
            <a:ext cx="39776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40156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C53030"/>
                </a:solidFill>
                <a:latin typeface="Calibri"/>
              </a:rPr>
              <a:t>DATA-LEAKAGE GUARDRAIL (D24)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6758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ODMI publications (data.europa.eu and mirrors) banned at five layers: search, fetch, validator, prompts, audit. An audit script catches anything that slips through.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DATA-LEAKAGE CONTROLS · D24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ODMI publications are banned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The swarm is validated against ODMI's published merged_responses. Any URL that hosts, mirrors, or summarises ODMI's own answers leaks the signal we are predicting, so it must never reach the agents. Five layers enforce this: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514246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1. 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Tavily exclude_domains · Brave −site: · post-filter drops any blocked URL before it reaches an agent.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6038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36038" y="1691640"/>
            <a:ext cx="1514246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8918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2.  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3198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fetch_text and head_ok refuse blocked URLs with failure_mode="blocked_data_leakage". No network call.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4876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14876" y="1691640"/>
            <a:ext cx="1514246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7756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3.  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2036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trust_score forced to 0.0 for blocked URLs. data.europa.eu removed from the trusted domain seed 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93714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93714" y="1691640"/>
            <a:ext cx="1514246" cy="3200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76594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4.  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0874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Researcher V2, all four Verifier V2 strategies, and Adjudicator V2 carry an explicit forbidden_odmi_source rule.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2552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72552" y="1691640"/>
            <a:ext cx="1514246" cy="3200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5432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5. 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9712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scripts/check_data_leakage.py scans every URL column in the swarm tables. Exits non-zero on any hit. --purge deletes tainted pair_runs.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Each layer fails in a different way. The audit catches whatever the four runtime layers miss; 30 historical violations were purged when D24 landed.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FINALISED PAIRS · SUCCESS VS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Results so far, per country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143000" y="1463040"/>
            <a:ext cx="0" cy="160020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3000" y="3063240"/>
            <a:ext cx="70866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9718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584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451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317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184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051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917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784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651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8517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384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8251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8117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7984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7851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7717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7584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7451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317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7184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7051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6917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6784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6650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26517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26384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26250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6117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25984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5850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5717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25584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25450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25317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25184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5050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24917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24784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24650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24517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24384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24250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24117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23983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23850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23717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23583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23450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23317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23183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23050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22917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22783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22650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22517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22383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22250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22117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21983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21850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21717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21583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21450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21316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21183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210502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20916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20783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20650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205168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20383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20250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20116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" y="199834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19850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" y="19716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" y="19583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" y="19450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5800" y="19316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5800" y="19183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19050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800" y="18916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" y="18783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" y="18649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" y="18516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800" y="18383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5800" y="18249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5800" y="18116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5800" y="17983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5800" y="17849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5800" y="17716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5800" y="17583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5800" y="17449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5800" y="17316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5800" y="17183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5800" y="17049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5800" y="16916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5800" y="16783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5800" y="16649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5800" y="16516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5800" y="16383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85800" y="16249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85800" y="16116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5800" y="15982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5800" y="15849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5800" y="15716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85800" y="15582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5800" y="15449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5800" y="15316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85800" y="15182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85800" y="15049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5800" y="14916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5800" y="14782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5800" y="14649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5800" y="14516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85800" y="14382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5800" y="14249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5800" y="14116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85800" y="13982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85800" y="13849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5800" y="13716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505560" y="3023235"/>
            <a:ext cx="774496" cy="40005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139800" y="3136392"/>
            <a:ext cx="15060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DE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39800" y="3337560"/>
            <a:ext cx="15060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 / 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913736" y="2903220"/>
            <a:ext cx="774496" cy="1600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913736" y="2849880"/>
            <a:ext cx="774496" cy="533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547976" y="3136392"/>
            <a:ext cx="15060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EE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547976" y="3337560"/>
            <a:ext cx="15060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4 / 16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321912" y="2649855"/>
            <a:ext cx="774496" cy="413385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321912" y="1463040"/>
            <a:ext cx="774496" cy="1186815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956152" y="3136392"/>
            <a:ext cx="15060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FR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956152" y="3337560"/>
            <a:ext cx="15060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89 / 120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730088" y="3023235"/>
            <a:ext cx="774496" cy="40005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364328" y="3136392"/>
            <a:ext cx="15060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NL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364328" y="3337560"/>
            <a:ext cx="15060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 / 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138264" y="3036570"/>
            <a:ext cx="774496" cy="2667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772504" y="3136392"/>
            <a:ext cx="15060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RO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772504" y="3337560"/>
            <a:ext cx="15060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2 / 2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48640" y="3822192"/>
            <a:ext cx="164592" cy="16459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04672" y="379476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Matches ODMI 2025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840480" y="3822192"/>
            <a:ext cx="164592" cy="16459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096512" y="37947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Differs from ODMI 2025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57200" y="4233672"/>
            <a:ext cx="73152" cy="5486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0080" y="4270248"/>
            <a:ext cx="7955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Comparison is to ODMI's 2025 merged_responses. The current sample is small and Policy-dimension heavy. ODMI's assessments are one cycle old, so where the swarm differs that does not automatically mean the swarm is wrong: the country may have changed since the assessment. Each disagreement is worth a human glance.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WHAT I'LL DEMO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Best bits of the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904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Run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Multiselect questions × countries, pick the Verifier strategy and the model triple, dispatch a batch. Cost is estimated before the run starts.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344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234440"/>
            <a:ext cx="73152" cy="1691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0" y="146304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4904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Results · Cards view with ODMI side-by-side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8745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One card per finalised pair: question, swarm answer with evidence quote, clickable source URL, plus ODMI's recorded answer and explanation. Match / differ badge at a glance.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73152" cy="16916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192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Accuracy chart vs ODMI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033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Per-country stacked bar of pairs that match ODMI 2025 versus those that differ. Headline accuracy KPI is read straight off the comparison.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0632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3063240"/>
            <a:ext cx="73152" cy="1691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0" y="329184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3192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Cost tracking and rolling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7033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Costs page shows the 5-hour rolling spend, per-model breakdown, and per-strategy averages. Rate-limit hits and soft-limit progress on every page's sidebar.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SWARM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Run Console — live view while the swarm runs</a:t>
            </a:r>
          </a:p>
        </p:txBody>
      </p:sp>
      <p:pic>
        <p:nvPicPr>
          <p:cNvPr id="5" name="Picture 4" descr="swarm_in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229600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SHORT TERM AND LONG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Where this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160520" cy="35204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160520" cy="4114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NEXT TWO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Scale to harder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9339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Run the swarm beyond Policy on the easy four countries: Portal, Quality, and Impact dimensions. Track where accuracy starts to fall.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1051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1272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Add the lower-resource countries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6875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Bring Hungary and Estonia into the regular sweep. Country-language fetch is the biggest unknown.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587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8808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Verifier strategy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4411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Four strategies on the same Researcher rows. Hallucination catch rate, false rejection rate, tokens per Verifier run.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6123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0600" y="1234440"/>
            <a:ext cx="4160520" cy="35204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0600" y="1234440"/>
            <a:ext cx="41605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3258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JUNE AND JULY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173736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Scale to all six countries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199339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Run all 143 questions across FR, DE, NL, RO, HU and EE — the full Phase B matrix.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81051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271272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Model cost-effectiveness experiments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96875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Compare Haiku, Sonnet and Opus on accuracy and cost across the matrix. Build the cost-accuracy surface and identify the optimal strategy.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78587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368808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July — dissertation write-up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94411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Analyse results, write methodology and findings chapters. Submission deadline: 2 August 2026.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76123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