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03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290 Researcher · 287 Verifier · 34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101 / 149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£31.00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~120s.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4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1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17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84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51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17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84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17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84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51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11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851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717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451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317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184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7051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917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784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650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384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250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117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984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85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584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317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184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5050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917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784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650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517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250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4117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98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850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71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583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450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183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3050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917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783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650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517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383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2117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983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85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583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450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316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1050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916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783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650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5168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383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20250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9834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850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71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58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450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9316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9183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916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783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649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516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8383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8249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8116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84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583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449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7316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7183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7049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783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649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516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6383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6249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6116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982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71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58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5449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5316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5182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5049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916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649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4516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4382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4249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14116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13982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13849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05560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9800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9800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13736" y="2903220"/>
            <a:ext cx="774496" cy="1600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913736" y="2849880"/>
            <a:ext cx="774496" cy="533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47976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47976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 / 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321912" y="2649855"/>
            <a:ext cx="774496" cy="41338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321912" y="1463040"/>
            <a:ext cx="774496" cy="118681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56152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56152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730088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64328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364328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38264" y="3036570"/>
            <a:ext cx="774496" cy="2667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72504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772504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Rolling 5-hour spend and rate-limit hits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