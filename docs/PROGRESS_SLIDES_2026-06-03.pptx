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03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352 Researcher · 316 Verifier · 42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67%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112 / 166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£40.23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~129s.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4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1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17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84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51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17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84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17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84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51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11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851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717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451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317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184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7051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917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784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650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384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250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117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984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85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584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317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184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5050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917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784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650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517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250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4117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98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850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71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583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450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183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3050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917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783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650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517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383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2117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983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85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583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450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316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1050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916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783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650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5168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383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20250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9834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850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71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58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450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9316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9183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916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783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649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516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8383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8249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8116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84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583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449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7316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7183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7049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783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649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516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6383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6249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6116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982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71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58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5449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5316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5182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5049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916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649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4516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4382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4249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14116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13982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13849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452753" y="3023235"/>
            <a:ext cx="645414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8699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8699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626233" y="2903220"/>
            <a:ext cx="645414" cy="1600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626233" y="2849880"/>
            <a:ext cx="645414" cy="533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26047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26047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 / 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799713" y="2649855"/>
            <a:ext cx="645414" cy="41338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799713" y="1463040"/>
            <a:ext cx="645414" cy="118681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3395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3395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973193" y="3049905"/>
            <a:ext cx="645414" cy="1333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973193" y="2903220"/>
            <a:ext cx="645414" cy="14668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60743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MT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0743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11 / 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146673" y="3023235"/>
            <a:ext cx="645414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8091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78091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320153" y="3036570"/>
            <a:ext cx="645414" cy="2667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954393" y="3136392"/>
            <a:ext cx="137693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954393" y="3337560"/>
            <a:ext cx="137693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Rolling 5-hour spend and rate-limit hits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