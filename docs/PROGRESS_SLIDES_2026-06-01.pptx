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133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239 Researcher · 236 Verifier · 26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73%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97 / 133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£29.30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~109s.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84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51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17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184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51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17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784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651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517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384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251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117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4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851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717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584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451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317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184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051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6917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784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650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517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384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250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117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5984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5850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717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584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450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317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18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050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4917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4784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4650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517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250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117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3983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3850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3717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3583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450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317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183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050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2917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2783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2650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2517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383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2250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117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1983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1850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1717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1583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1450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316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1183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1050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0916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0783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0650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05168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0383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0250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0116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199834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19850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19716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19583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19450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19316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9183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8916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8783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8649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8516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8383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8249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8116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7983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7849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7716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7583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7449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7316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7183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7049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6916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6783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6649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6516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6383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62496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61163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59829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58496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57162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55829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54495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53162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51828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50495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49161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478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4649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4516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4382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4249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4116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3982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3849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84769" y="3023235"/>
            <a:ext cx="968121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1900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21900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344989" y="2649855"/>
            <a:ext cx="968121" cy="413385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344989" y="1463040"/>
            <a:ext cx="968121" cy="118681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97922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97922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89 / 120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05209" y="3023235"/>
            <a:ext cx="968121" cy="40005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73944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73944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865429" y="3036570"/>
            <a:ext cx="968121" cy="2667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499669" y="3136392"/>
            <a:ext cx="1699641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499669" y="3337560"/>
            <a:ext cx="169964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