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2F446-5536-9D4D-9761-025E5330F58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0EB74-DB58-084A-BD23-95A31DA1C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04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0EB74-DB58-084A-BD23-95A31DA1C71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086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CBD5E0"/>
                </a:solidFill>
                <a:latin typeface="Calibri"/>
              </a:rPr>
              <a:t>Status snapshot and next steps for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13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81 Researcher · 79 Verifier · 10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37 / 44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1A202C"/>
                </a:solidFill>
                <a:latin typeface="Calibri"/>
              </a:rPr>
              <a:t>£4.17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~106s.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Same source URL. Adversarial prompt (default: find disproof). Returns pass / fail with counter-evidence if any.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Coordinator retries Researcher up to 3× when the Verifier rejects. After that, Adjudicator decides. Confidence below 0.6 escalates to a human queue.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73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29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84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40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95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051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606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162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717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273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828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3939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3495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3050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2606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2161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1272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0828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0383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9939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949451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8605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8161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7716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7272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6827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16383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15938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15494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15049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4605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141605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4769" y="2929890"/>
            <a:ext cx="968121" cy="1333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19009" y="3136392"/>
            <a:ext cx="169964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9009" y="3337560"/>
            <a:ext cx="169964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44989" y="2752090"/>
            <a:ext cx="968121" cy="31115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344989" y="1463040"/>
            <a:ext cx="968121" cy="12890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79229" y="3136392"/>
            <a:ext cx="169964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9229" y="3337560"/>
            <a:ext cx="169964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29 / 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05209" y="2929890"/>
            <a:ext cx="968121" cy="1333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39449" y="3136392"/>
            <a:ext cx="169964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9449" y="3337560"/>
            <a:ext cx="169964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65429" y="2974340"/>
            <a:ext cx="968121" cy="889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9669" y="3136392"/>
            <a:ext cx="169964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9669" y="3337560"/>
            <a:ext cx="169964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  <a:endParaRPr lang="en-GB" sz="1000" b="0" dirty="0">
              <a:solidFill>
                <a:srgbClr val="2D3748"/>
              </a:solidFill>
              <a:latin typeface="Calibri"/>
            </a:endParaRPr>
          </a:p>
          <a:p>
            <a:pPr algn="l"/>
            <a:r>
              <a:rPr lang="en-GB" sz="1000" dirty="0">
                <a:solidFill>
                  <a:srgbClr val="2D3748"/>
                </a:solidFill>
                <a:latin typeface="Calibri"/>
              </a:rPr>
              <a:t>Either focus on where issues most often arise, or if spectacularly issue free across the board, push to full country list.</a:t>
            </a:r>
            <a:endParaRPr sz="1000" b="0" dirty="0">
              <a:solidFill>
                <a:srgbClr val="2D3748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>
                <a:solidFill>
                  <a:srgbClr val="1A202C"/>
                </a:solidFill>
                <a:latin typeface="Calibri"/>
              </a:rPr>
              <a:t>July</a:t>
            </a:r>
            <a:r>
              <a:rPr lang="en-GB" sz="1100" b="1" dirty="0">
                <a:solidFill>
                  <a:srgbClr val="1A202C"/>
                </a:solidFill>
                <a:latin typeface="Calibri"/>
              </a:rPr>
              <a:t>:</a:t>
            </a:r>
            <a:r>
              <a:rPr sz="1100" b="1" dirty="0">
                <a:solidFill>
                  <a:srgbClr val="1A202C"/>
                </a:solidFill>
                <a:latin typeface="Calibri"/>
              </a:rPr>
              <a:t>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811</Words>
  <Application>Microsoft Macintosh PowerPoint</Application>
  <PresentationFormat>On-screen Show (16:9)</PresentationFormat>
  <Paragraphs>124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Benjy Bream</cp:lastModifiedBy>
  <cp:revision>3</cp:revision>
  <dcterms:created xsi:type="dcterms:W3CDTF">2013-01-27T09:14:16Z</dcterms:created>
  <dcterms:modified xsi:type="dcterms:W3CDTF">2026-05-13T21:42:02Z</dcterms:modified>
  <cp:category/>
</cp:coreProperties>
</file>