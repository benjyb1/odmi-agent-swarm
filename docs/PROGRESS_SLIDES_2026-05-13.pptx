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13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QUESTIONS LOADED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2025 catalogue, all four dimensions.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HAND-MARKS 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2 /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Stamped with the commit SHA per D9.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FINALISED PAIRS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19 R · 17 V · 2 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$1.02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decides on retry exhaustion. One pair (P2/NL) has needed the Adjudicator. Average runtime ~32s.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full audit trail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Nine Streamlit pages over the SQLite store. Every LLM call logs tokens, latency, cost, prompt version. Hand-marks lock to a commit SHA so D9 is automatic.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Same source URL. Adversarial prompt (default: find disproof). Returns pass / fail with counter-evidence if any.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Coordinator retries Researcher up to 3× when the Verifier rejects. After that, Adjudicator decides. Confidence below 0.6 escalates to a human queue.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384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050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84769" y="1463040"/>
            <a:ext cx="968121" cy="1600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00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00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44989" y="1463040"/>
            <a:ext cx="968121" cy="1600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922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922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5209" y="1463040"/>
            <a:ext cx="968121" cy="1600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944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944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65429" y="1996440"/>
            <a:ext cx="968121" cy="10668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966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966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Accepted (Verifier or Adjudicator)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Rejected or escalated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Caveat: every pair so far is a Policy-dimension question on a high-resource country. The Verifier has not yet been asked to disprove a known-wrong Researcher answer. The 100% accept rate is consistent with the swarm working — and with it being too lenient.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bordered card per finalised pair. Question, answer, evidence quote, and a clickable source URL — all on the same screen, scannable.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In-app hand-marking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Pick a question, slide three score sliders, hit Save. The page writes the CSV, commits it, and stamps the SHA into the DB so D9 is automatic.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Country chart + cost tracking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Live stacked bar of accept vs reject per country on the Home page. Costs page shows the rolling 5-hour spend and the per-model breakdown.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Hand-mark the Phase A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10 France questions across all four rubric tiers. Submit from the dashboard; D9 lock happens on save.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Baseline + strategy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on the locked 10 with all four Verifier strategies. First real accuracy and rejection numbers.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First analysis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Accuracy and cost stratified by rubric tier × ODMI dimension. Draft methodology + early-results in the dissertation.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TOWARDS 2 AUGUST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Phase B — six-country matrix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FR, DE, NL, RO, HU, EE. Cost–accuracy surface comes out of the Haiku / Sonnet / Opus / tiered model experiments.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External validity (2024 cycle)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Pipeline frozen, then run against the 2024 ODMI cycle as a held-out test. Delta against 2025 is itself a result.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Dissertation by 2 August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Failure-mode taxonomy and accuracy–cost surface as the two primary contributions. Phase C as a stretch.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