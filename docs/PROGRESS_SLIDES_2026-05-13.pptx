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28800"/>
            <a:ext cx="548640" cy="1828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4B8A6"/>
                </a:solidFill>
                <a:latin typeface="Calibri"/>
              </a:rPr>
              <a:t>MSc ADVANCED COMPUTING · INDIVIDUAL PROJECT · STATUS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77724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Agentic AI for Open</a:t>
            </a:r>
          </a:p>
          <a:p>
            <a:r>
              <a:rPr sz="4000" b="1">
                <a:solidFill>
                  <a:srgbClr val="FFFFFF"/>
                </a:solidFill>
                <a:latin typeface="Calibri"/>
              </a:rPr>
              <a:t>Data Maturity</a:t>
            </a:r>
          </a:p>
          <a:p>
            <a:r>
              <a:rPr sz="4000" b="1">
                <a:solidFill>
                  <a:srgbClr val="FFFFFF"/>
                </a:solidFill>
                <a:latin typeface="Calibri"/>
              </a:rPr>
              <a:t>Assessment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CBD5E0"/>
                </a:solidFill>
                <a:latin typeface="Calibri"/>
              </a:rPr>
              <a:t>Status snapshot and next steps for supervisor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Benjy Bream  ·  King's College London  ·  13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CAPABILITY SNAPSHOT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What is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2034540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07592"/>
            <a:ext cx="16322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PAIRS FINALISED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563624"/>
            <a:ext cx="16322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148840"/>
            <a:ext cx="16322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19 R · 17 V · 2 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55748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55748" y="1143000"/>
            <a:ext cx="2034540" cy="54864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56916" y="1307592"/>
            <a:ext cx="16322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ACCURACY VS ODMI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6916" y="1563624"/>
            <a:ext cx="16322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56916" y="2148840"/>
            <a:ext cx="16322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11 / 11 match against ODMI 2025.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54296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54296" y="1143000"/>
            <a:ext cx="2034540" cy="54864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55464" y="1307592"/>
            <a:ext cx="16322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GROUND-TRUTH 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55464" y="1563624"/>
            <a:ext cx="16322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5,148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5464" y="2148840"/>
            <a:ext cx="16322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ODMI answers loaded (36 countries × 143 questions).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52844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52844" y="1143000"/>
            <a:ext cx="2034540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4012" y="1307592"/>
            <a:ext cx="16322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TOTAL LLM SPEND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54012" y="1563624"/>
            <a:ext cx="16322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$1.02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4012" y="2148840"/>
            <a:ext cx="16322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Via CLIProxyAPI on Claude Max.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697480"/>
            <a:ext cx="41605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2697480"/>
            <a:ext cx="73152" cy="1417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0392" y="2834640"/>
            <a:ext cx="353872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02C"/>
                </a:solidFill>
                <a:latin typeface="Calibri"/>
              </a:rPr>
              <a:t>Three-agent swarm, end-to-end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" y="3154680"/>
            <a:ext cx="353872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Researcher proposes, Verifier tries to disprove, Adjudicator decides on retry exhaustion. One pair (P2/NL) has needed the Adjudicator. Average runtime ~32s.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4880" y="2697480"/>
            <a:ext cx="41605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754880" y="2697480"/>
            <a:ext cx="73152" cy="14173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48072" y="2834640"/>
            <a:ext cx="353872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02C"/>
                </a:solidFill>
                <a:latin typeface="Calibri"/>
              </a:rPr>
              <a:t>Live dashboard with ODMI ground truth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8072" y="3154680"/>
            <a:ext cx="353872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Streamlit app over SQLite. Every LLM call logs tokens, latency, cost, prompt version. Each finalised swarm pair is compared to ODMI's recorded answer automatically (5,148 ground-truth rows loaded).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COORDINATOR STATE MACHINE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How the swarm answers one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246888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2468880" cy="3200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21031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RESEARCHER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21031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Tavily search → fetch URL → reason → return {answer, source_url, evidence_quote, confidence}.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1463040"/>
            <a:ext cx="246888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37560" y="1463040"/>
            <a:ext cx="2468880" cy="320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1508760"/>
            <a:ext cx="21031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VERIFIER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1920240"/>
            <a:ext cx="21031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Same source URL. Adversarial prompt (default: find disproof). Returns pass / fail with counter-evidence if any.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463040"/>
            <a:ext cx="246888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463040"/>
            <a:ext cx="2468880" cy="320040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508760"/>
            <a:ext cx="21031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ADJUDICATOR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920240"/>
            <a:ext cx="21031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Fires only on retry exhaustion. Reads the full history. Picks a winner or escalates to a human queue.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2971800" y="2107692"/>
            <a:ext cx="320040" cy="219456"/>
          </a:xfrm>
          <a:prstGeom prst="rightArrow">
            <a:avLst/>
          </a:prstGeom>
          <a:solidFill>
            <a:srgbClr val="71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5852160" y="2107692"/>
            <a:ext cx="320040" cy="219456"/>
          </a:xfrm>
          <a:prstGeom prst="rightArrow">
            <a:avLst/>
          </a:prstGeom>
          <a:solidFill>
            <a:srgbClr val="71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291840"/>
            <a:ext cx="8229600" cy="822960"/>
          </a:xfrm>
          <a:prstGeom prst="rect">
            <a:avLst/>
          </a:prstGeom>
          <a:solidFill>
            <a:srgbClr val="F7FAFC"/>
          </a:solidFill>
          <a:ln w="63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401568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D9488"/>
                </a:solidFill>
                <a:latin typeface="Calibri"/>
              </a:rPr>
              <a:t>TERMINATION RULE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675888"/>
            <a:ext cx="7863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Coordinator retries Researcher up to 3× when the Verifier rejects. After that, Adjudicator decides. Confidence below 0.6 escalates to a human queue.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FINALISED PAIRS · SUCCESS VS FAILURE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Results so far, per country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822960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143000" y="1463040"/>
            <a:ext cx="0" cy="160020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43000" y="3063240"/>
            <a:ext cx="7086600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9718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384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9050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3716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84769" y="1463040"/>
            <a:ext cx="968121" cy="160020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19009" y="3136392"/>
            <a:ext cx="16996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009" y="3337560"/>
            <a:ext cx="169964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3 / 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44989" y="1463040"/>
            <a:ext cx="968121" cy="160020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9229" y="3136392"/>
            <a:ext cx="16996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FR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79229" y="3337560"/>
            <a:ext cx="169964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3 /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05209" y="1463040"/>
            <a:ext cx="968121" cy="160020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39449" y="3136392"/>
            <a:ext cx="16996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NL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9449" y="3337560"/>
            <a:ext cx="169964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3 / 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65429" y="1996440"/>
            <a:ext cx="968121" cy="106680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9669" y="3136392"/>
            <a:ext cx="16996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9669" y="3337560"/>
            <a:ext cx="169964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2 /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822192"/>
            <a:ext cx="164592" cy="164592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" y="3794760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Matches ODMI 2025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40480" y="3822192"/>
            <a:ext cx="164592" cy="164592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96512" y="37947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Differs from ODMI 2025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233672"/>
            <a:ext cx="73152" cy="548640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270248"/>
            <a:ext cx="7955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Comparison is to ODMI's 2025 merged_responses. The current sample is small and Policy-dimension heavy. ODMI's assessments are one cycle old, so where the swarm differs that does not automatically mean the swarm is wrong: the country may have changed since the assessment. Each disagreement is worth a human glance.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WHAT I'LL DEMO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Best bits of the dashboard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73152" cy="1691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20" y="1463040"/>
            <a:ext cx="502920" cy="50292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9047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Run Console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874520"/>
            <a:ext cx="30632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Multiselect questions × countries, pick the Verifier strategy and the model triple, dispatch a batch. Cost is estimated before the run starts.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12344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0" y="1234440"/>
            <a:ext cx="73152" cy="16916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029200" y="1463040"/>
            <a:ext cx="502920" cy="50292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149047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Results · Cards view with ODMI side-by-side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1874520"/>
            <a:ext cx="30632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One card per finalised pair: question, swarm answer with evidence quote, clickable source URL, plus ODMI's recorded answer and explanation. Match / differ badge at a glance.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0632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063240"/>
            <a:ext cx="73152" cy="169164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3291840"/>
            <a:ext cx="502920" cy="502920"/>
          </a:xfrm>
          <a:prstGeom prst="ellipse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31927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Accuracy chart vs ODMI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703320"/>
            <a:ext cx="30632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Per-country stacked bar of pairs that match ODMI 2025 versus those that differ. Headline accuracy KPI is read straight off the comparison.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0" y="30632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54880" y="3063240"/>
            <a:ext cx="73152" cy="16916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029200" y="3291840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331927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Cost tracking and rolling budget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3703320"/>
            <a:ext cx="30632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Costs page shows the 5-hour rolling spend, per-model breakdown, and per-strategy averages. Rate-limit hits and soft-limit progress on every page's sidebar.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SHORT TERM AND LONG TERM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Where this goes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4160520" cy="352044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4160520" cy="41148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NEXT TWO WEEKS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Scale to harder questions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99339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Run the swarm beyond Policy on the easy four countries: Portal, Quality, and Impact dimensions. Track where accuracy starts to fall.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81051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71272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Add the lower-resource countries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6875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Bring Hungary and Estonia into the regular sweep. Country-language fetch is the biggest unknown.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78587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68808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Verifier strategy comparison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94411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Four strategies on the same Researcher rows. Hallucination catch rate, false rejection rate, tokens per Verifier run.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76123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0600" y="1234440"/>
            <a:ext cx="4160520" cy="352044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00600" y="1234440"/>
            <a:ext cx="4160520" cy="4114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0" y="132588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TOWARDS 2 AUGUST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173736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Phase B saturation, six countries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199339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FR, DE, NL, RO, HU, EE × all 143 questions. Cost–accuracy surface across the Haiku / Sonnet / Opus / tiered model mix.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83480" y="181051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4960" y="271272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External validity (2024 cycle)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296875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Pipeline frozen, then run against the 2024 ODMI cycle as a held-out test. Delta against 2025 is itself a result.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83480" y="278587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94960" y="368808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Dissertation by 2 August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60" y="394411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Failure-mode taxonomy and accuracy–cost surface as the two primary contributions. Phase C (36 countries) as a stretch.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83480" y="376123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