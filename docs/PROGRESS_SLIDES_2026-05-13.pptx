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19 R · 17 V · 2 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 / 11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decides on retry exhaustion. One pair (P2/NL) has needed the Adjudicator. Average runtime ~32s.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476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98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520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65429" y="1996440"/>
            <a:ext cx="968121" cy="10668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TOWARDS 2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Phase B saturation,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FR, DE, NL, RO, HU, EE × all 143 questions. Cost–accuracy surface across the Haiku / Sonnet / Opus / tiered model mix.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External validity (2024 cycle)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Pipeline frozen, then run against the 2024 ODMI cycle as a held-out test. Delta against 2025 is itself a result.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Dissertation by 2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Failure-mode taxonomy and accuracy–cost surface as the two primary contributions. Phase C (36 countries) as a stretch.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